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CE550-74E6-42C0-A090-F0C04C0F7130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DD1F5-0098-45EB-8897-26CD9E91A1E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DD1F5-0098-45EB-8897-26CD9E91A1E4}" type="slidenum">
              <a:rPr lang="pt-BR" smtClean="0"/>
              <a:t>4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F1A4A-08EC-4329-99ED-1E2D78D83EF7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8B158-C1D7-4B71-A23E-AA5EDCB68F93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000108"/>
            <a:ext cx="9101174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RELATÓRIO DE CRIAÇÃO E</a:t>
            </a:r>
            <a:br>
              <a:rPr lang="pt-BR" dirty="0" smtClean="0"/>
            </a:br>
            <a:r>
              <a:rPr lang="pt-BR" dirty="0" smtClean="0"/>
              <a:t>MANIPULAÇÃO DE BANCO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SENAI – Serviço Nacional de Aprendizagem Industrial</a:t>
            </a:r>
            <a:br>
              <a:rPr lang="pt-BR" dirty="0" smtClean="0"/>
            </a:br>
            <a:r>
              <a:rPr lang="pt-BR" dirty="0" smtClean="0"/>
              <a:t>Aprendizagem Industrial em Programador de Sistemas da Informação </a:t>
            </a:r>
          </a:p>
          <a:p>
            <a:r>
              <a:rPr lang="pt-BR" b="1" dirty="0" smtClean="0"/>
              <a:t>Aluna:</a:t>
            </a:r>
            <a:r>
              <a:rPr lang="pt-BR" dirty="0" smtClean="0"/>
              <a:t> Rafaela Gonçalves Pontes</a:t>
            </a:r>
            <a:br>
              <a:rPr lang="pt-BR" dirty="0" smtClean="0"/>
            </a:br>
            <a:r>
              <a:rPr lang="pt-BR" b="1" dirty="0" smtClean="0"/>
              <a:t>Docente:</a:t>
            </a:r>
            <a:r>
              <a:rPr lang="pt-BR" dirty="0" smtClean="0"/>
              <a:t> Lucas de Mattos | 2026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 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Banco de dados é utilizado para armazenar, organizar e consultar informações.</a:t>
            </a:r>
          </a:p>
          <a:p>
            <a:r>
              <a:rPr lang="pt-BR" dirty="0" smtClean="0"/>
              <a:t>Durante o curso foram estudados recursos para criação e manipulação de dados.</a:t>
            </a:r>
          </a:p>
          <a:p>
            <a:r>
              <a:rPr lang="pt-BR" dirty="0" smtClean="0"/>
              <a:t>Principais conteúdos: banco relacional, tabelas, chaves, </a:t>
            </a:r>
            <a:r>
              <a:rPr lang="pt-BR" dirty="0" err="1" smtClean="0"/>
              <a:t>Views</a:t>
            </a:r>
            <a:r>
              <a:rPr lang="pt-BR" dirty="0"/>
              <a:t>.</a:t>
            </a:r>
            <a:endParaRPr lang="pt-BR" dirty="0" smtClean="0"/>
          </a:p>
          <a:p>
            <a:r>
              <a:rPr lang="pt-BR" dirty="0" smtClean="0"/>
              <a:t>O objetivo é compreender como esses recursos trabalham juntos em um sistema.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Banco de Dados Relacional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Organiza as informações em diferentes tabelas que podem ser relacionadas.</a:t>
            </a:r>
          </a:p>
          <a:p>
            <a:r>
              <a:rPr lang="pt-BR" dirty="0" smtClean="0"/>
              <a:t>Utiliza chaves para conectar registros entre tabelas.</a:t>
            </a:r>
          </a:p>
          <a:p>
            <a:r>
              <a:rPr lang="pt-BR" dirty="0" smtClean="0"/>
              <a:t>Permite realizar operações por meio da linguagem SQL.</a:t>
            </a:r>
          </a:p>
          <a:p>
            <a:r>
              <a:rPr lang="pt-BR" dirty="0" smtClean="0"/>
              <a:t>É adequado para sistemas que trabalham com informações relacionadas, como clientes, produtos e pedidos.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 e organização dos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115328" cy="1614485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As tabelas armazenam os registros do banco de dados.</a:t>
            </a:r>
          </a:p>
          <a:p>
            <a:r>
              <a:rPr lang="pt-BR" dirty="0" smtClean="0"/>
              <a:t>Linhas representam registros e colunas representam campos.</a:t>
            </a:r>
          </a:p>
          <a:p>
            <a:r>
              <a:rPr lang="pt-BR" dirty="0" smtClean="0"/>
              <a:t>Cada campo possui um tipo de dado adequado.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5118" y="3780387"/>
            <a:ext cx="7755972" cy="1653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Primárias e Estrangeiras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4348" y="1357298"/>
            <a:ext cx="7615262" cy="1614485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 smtClean="0"/>
              <a:t>Chave Primária (</a:t>
            </a:r>
            <a:r>
              <a:rPr lang="pt-BR" b="1" dirty="0" err="1" smtClean="0"/>
              <a:t>Primary</a:t>
            </a:r>
            <a:r>
              <a:rPr lang="pt-BR" b="1" dirty="0" smtClean="0"/>
              <a:t> </a:t>
            </a:r>
            <a:r>
              <a:rPr lang="pt-BR" b="1" dirty="0" err="1" smtClean="0"/>
              <a:t>Key</a:t>
            </a:r>
            <a:r>
              <a:rPr lang="pt-BR" b="1" dirty="0" smtClean="0"/>
              <a:t>):</a:t>
            </a:r>
            <a:r>
              <a:rPr lang="pt-BR" dirty="0" smtClean="0"/>
              <a:t> identifica de forma única cada registro.</a:t>
            </a:r>
          </a:p>
          <a:p>
            <a:r>
              <a:rPr lang="pt-BR" b="1" dirty="0" smtClean="0"/>
              <a:t>Chave Estrangeira (</a:t>
            </a:r>
            <a:r>
              <a:rPr lang="pt-BR" b="1" dirty="0" err="1" smtClean="0"/>
              <a:t>Foreign</a:t>
            </a:r>
            <a:r>
              <a:rPr lang="pt-BR" b="1" dirty="0" smtClean="0"/>
              <a:t> </a:t>
            </a:r>
            <a:r>
              <a:rPr lang="pt-BR" b="1" dirty="0" err="1" smtClean="0"/>
              <a:t>Key</a:t>
            </a:r>
            <a:r>
              <a:rPr lang="pt-BR" b="1" dirty="0" smtClean="0"/>
              <a:t>):</a:t>
            </a:r>
            <a:r>
              <a:rPr lang="pt-BR" dirty="0" smtClean="0"/>
              <a:t> cria uma relação entre tabelas.</a:t>
            </a:r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143248"/>
            <a:ext cx="6207068" cy="236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Views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14552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Uma </a:t>
            </a:r>
            <a:r>
              <a:rPr lang="pt-BR" dirty="0" err="1" smtClean="0"/>
              <a:t>View</a:t>
            </a:r>
            <a:r>
              <a:rPr lang="pt-BR" dirty="0" smtClean="0"/>
              <a:t> é uma visão criada a partir de uma consulta SQL.</a:t>
            </a:r>
          </a:p>
          <a:p>
            <a:r>
              <a:rPr lang="pt-BR" dirty="0" smtClean="0"/>
              <a:t>Facilita o acesso a informações que são consultadas com </a:t>
            </a:r>
            <a:r>
              <a:rPr lang="pt-BR" dirty="0" err="1" smtClean="0"/>
              <a:t>frequência</a:t>
            </a:r>
            <a:r>
              <a:rPr lang="pt-BR" dirty="0" smtClean="0"/>
              <a:t>.</a:t>
            </a:r>
          </a:p>
          <a:p>
            <a:r>
              <a:rPr lang="pt-BR" dirty="0" smtClean="0"/>
              <a:t>Pode combinar, filtrar ou resumir dados de diferentes tabelas.</a:t>
            </a:r>
          </a:p>
          <a:p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3334850"/>
            <a:ext cx="3357586" cy="2570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 estudo permitiu compreender como diferentes recursos formam a estrutura de um banco de dados.</a:t>
            </a:r>
          </a:p>
          <a:p>
            <a:r>
              <a:rPr lang="pt-BR" dirty="0" smtClean="0"/>
              <a:t>Tabelas armazenam informações; chaves relacionam os dados; </a:t>
            </a:r>
            <a:r>
              <a:rPr lang="pt-BR" dirty="0" err="1" smtClean="0"/>
              <a:t>Views</a:t>
            </a:r>
            <a:r>
              <a:rPr lang="pt-BR" dirty="0" smtClean="0"/>
              <a:t> facilitam consultas.</a:t>
            </a:r>
          </a:p>
          <a:p>
            <a:r>
              <a:rPr lang="pt-BR" dirty="0" smtClean="0"/>
              <a:t>Esses conhecimentos são importantes para desenvolver sistemas mais organizados e eficientes.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253</Words>
  <Application>Microsoft Office PowerPoint</Application>
  <PresentationFormat>Apresentação na tela (4:3)</PresentationFormat>
  <Paragraphs>29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RELATÓRIO DE CRIAÇÃO E MANIPULAÇÃO DE BANCO DE DADOS</vt:lpstr>
      <vt:lpstr> Introdução</vt:lpstr>
      <vt:lpstr>Banco de Dados Relacional</vt:lpstr>
      <vt:lpstr>Tabelas e organização dos dados</vt:lpstr>
      <vt:lpstr>Chaves Primárias e Estrangeiras</vt:lpstr>
      <vt:lpstr>Views</vt:lpstr>
      <vt:lpstr>Conclusão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CRIAÇÃO E MANIPULAÇÃO DE BANCO DE DADOS</dc:title>
  <dc:creator>Aluno</dc:creator>
  <cp:lastModifiedBy>Aluno</cp:lastModifiedBy>
  <cp:revision>14</cp:revision>
  <dcterms:created xsi:type="dcterms:W3CDTF">2026-10-15T17:07:17Z</dcterms:created>
  <dcterms:modified xsi:type="dcterms:W3CDTF">2026-10-15T19:21:46Z</dcterms:modified>
</cp:coreProperties>
</file>